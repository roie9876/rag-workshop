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napToObjects="1">
      <p:cViewPr varScale="1">
        <p:scale>
          <a:sx n="106" d="100"/>
          <a:sy n="106" d="100"/>
        </p:scale>
        <p:origin x="1136" y="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תחנות קו M1 של המטרו בראשון לציון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פירוט התחנות, המיקומים וההשפעה העירונית</a:t>
            </a:r>
          </a:p>
          <a:p>
            <a:r>
              <a:t>פברואר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סקירת תחנות המטרו בראשון לציון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77500" lnSpcReduction="20000"/>
          </a:bodyPr>
          <a:lstStyle/>
          <a:p>
            <a:endParaRPr/>
          </a:p>
          <a:p>
            <a:pPr>
              <a:spcAft>
                <a:spcPts val="1000"/>
              </a:spcAft>
            </a:pPr>
            <a:r>
              <a:t>ראשון לציון היא אחת הערים המרכזיות בקו M1 עם 8 תחנות מתוכננות.</a:t>
            </a:r>
          </a:p>
          <a:p>
            <a:pPr>
              <a:spcAft>
                <a:spcPts val="1000"/>
              </a:spcAft>
            </a:pPr>
            <a:r>
              <a:t>הקו מתפצל בתוך העיר לשתי זרועות: זרוע רחובות וזרוע לוד.</a:t>
            </a:r>
          </a:p>
          <a:p>
            <a:pPr>
              <a:spcAft>
                <a:spcPts val="1000"/>
              </a:spcAft>
            </a:pPr>
            <a:r>
              <a:t>התחנות מפוזרות במוקדים אסטרטגיים: מרכז העיר, אזורי תעסוקה, בתי חולים ומחלפי תחבורה.</a:t>
            </a:r>
          </a:p>
          <a:p>
            <a:pPr>
              <a:spcAft>
                <a:spcPts val="1000"/>
              </a:spcAft>
            </a:pPr>
            <a:r>
              <a:t>הזרוע המערבית (רחובות): בנות חיל, ראשון לציון מרכז, הראשונים, שד' הציונות.</a:t>
            </a:r>
          </a:p>
          <a:p>
            <a:pPr>
              <a:spcAft>
                <a:spcPts val="1000"/>
              </a:spcAft>
            </a:pPr>
            <a:r>
              <a:t>הזרוע המזרחית (לוד): יוסף בורג, הרצוג, אסף הרופא, צריפין.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זרוע רחובות: מלב העיר ועד למזרח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20000"/>
          </a:bodyPr>
          <a:lstStyle/>
          <a:p>
            <a:endParaRPr/>
          </a:p>
          <a:p>
            <a:pPr>
              <a:spcAft>
                <a:spcPts val="1000"/>
              </a:spcAft>
            </a:pPr>
            <a:r>
              <a:t>תחנת בנות חיל: ממוקמת באזור רמת אליהו / נווה ים, תומכת בהתחדשות עירונית מאסיבית.</a:t>
            </a:r>
          </a:p>
          <a:p>
            <a:pPr>
              <a:spcAft>
                <a:spcPts val="1000"/>
              </a:spcAft>
            </a:pPr>
            <a:r>
              <a:t>תחנת ראשון לציון מרכז: התחנה המרכזית ביותר, ממוקמת בצומת הרחובות הרצל ורוטשילד.</a:t>
            </a:r>
          </a:p>
          <a:p>
            <a:pPr>
              <a:spcAft>
                <a:spcPts val="1000"/>
              </a:spcAft>
            </a:pPr>
            <a:r>
              <a:t>תחנת הראשונים: חיבור ישיר לתחנת הרכבת הכבדה 'הראשונים' ולקו הירוק של הרכבת הקלה.</a:t>
            </a:r>
          </a:p>
          <a:p>
            <a:pPr>
              <a:spcAft>
                <a:spcPts val="1000"/>
              </a:spcAft>
            </a:pPr>
            <a:r>
              <a:t>תחנת שדרות הציונות: משרתת את שכונות מזרח העיר והחיבור לכיוון נס ציונה.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תחנת ראשון לציון מרכז: הלב הפועם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1000"/>
              </a:spcAft>
            </a:pPr>
            <a:r>
              <a:t>מיקום: מפגש הרחובות הרצל ורוטשילד.</a:t>
            </a:r>
          </a:p>
          <a:p>
            <a:pPr>
              <a:spcAft>
                <a:spcPts val="1000"/>
              </a:spcAft>
            </a:pPr>
            <a:r>
              <a:t>חשיבות: הנגשת מרכז העיר ההיסטורי לכל גוש דן.</a:t>
            </a:r>
          </a:p>
          <a:p>
            <a:pPr>
              <a:spcAft>
                <a:spcPts val="1000"/>
              </a:spcAft>
            </a:pPr>
            <a:r>
              <a:t>פיתוח עירוני: התחנה תהווה מוקד למסחר, תרבות ובילוי.</a:t>
            </a:r>
          </a:p>
          <a:p>
            <a:pPr>
              <a:spcAft>
                <a:spcPts val="1000"/>
              </a:spcAft>
            </a:pPr>
            <a:r>
              <a:t>נגישות: קישוריות גבוהה לקווי אוטובוס עירוניים ובינעירוניים (ציר הרצל).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תחנת הראשונים: מרכז תחבורה משולב (HUB)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endParaRPr/>
          </a:p>
          <a:p>
            <a:pPr>
              <a:spcAft>
                <a:spcPts val="1000"/>
              </a:spcAft>
            </a:pPr>
            <a:r>
              <a:t>מיקום: סמוך למחלף הראשונים.</a:t>
            </a:r>
          </a:p>
          <a:p>
            <a:pPr>
              <a:spcAft>
                <a:spcPts val="1000"/>
              </a:spcAft>
            </a:pPr>
            <a:r>
              <a:t>ממשק: החלפה נוחה בין המטרו, רכבת ישראל (קו הרצליה-אשקלון) וקווי אוטובוס.</a:t>
            </a:r>
          </a:p>
          <a:p>
            <a:pPr>
              <a:spcAft>
                <a:spcPts val="1000"/>
              </a:spcAft>
            </a:pPr>
            <a:r>
              <a:t>חיבוריות: תחנה זו מחברת את דרום העיר למרכזי התעסוקה של תל אביב בתוך דקות.</a:t>
            </a:r>
          </a:p>
          <a:p>
            <a:pPr>
              <a:spcAft>
                <a:spcPts val="1000"/>
              </a:spcAft>
            </a:pPr>
            <a:r>
              <a:t>פיתוח סביבתי: הקמת מוקדי תעסוקה ומשרדים סביב התחנה.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זרוע לוד: תעסוקה, בריאות ומגורים חדשים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77500" lnSpcReduction="20000"/>
          </a:bodyPr>
          <a:lstStyle/>
          <a:p>
            <a:endParaRPr/>
          </a:p>
          <a:p>
            <a:pPr>
              <a:spcAft>
                <a:spcPts val="1000"/>
              </a:spcAft>
            </a:pPr>
            <a:r>
              <a:t>זרוע זו עוברת בחלק הדרום-מזרחי של העיר ומשרתת מוקדים אזוריים.</a:t>
            </a:r>
          </a:p>
          <a:p>
            <a:pPr>
              <a:spcAft>
                <a:spcPts val="1000"/>
              </a:spcAft>
            </a:pPr>
            <a:r>
              <a:t>תחנת יוסף בורג: משרתת את השכונות החדשות בדרום-מזרח העיר.</a:t>
            </a:r>
          </a:p>
          <a:p>
            <a:pPr>
              <a:spcAft>
                <a:spcPts val="1000"/>
              </a:spcAft>
            </a:pPr>
            <a:r>
              <a:t>תחנת הרצוג: מיקום אסטרטגי בשכונות המגורים הוותיקות והמתפתחות.</a:t>
            </a:r>
          </a:p>
          <a:p>
            <a:pPr>
              <a:spcAft>
                <a:spcPts val="1000"/>
              </a:spcAft>
            </a:pPr>
            <a:r>
              <a:t>תחנת אסף הרופא: גישה ישירה למרכז הרפואי 'שמיר' (אסף הרופא).</a:t>
            </a:r>
          </a:p>
          <a:p>
            <a:pPr>
              <a:spcAft>
                <a:spcPts val="1000"/>
              </a:spcAft>
            </a:pPr>
            <a:r>
              <a:t>תחנת צריפין: שער הכניסה לאזור המגורים והתעסוקה הענק שמוקם בשטח המחנה הצבאי לשעבר.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מוקדי המזרח: אסף הרופא וצריפין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/>
          </a:bodyPr>
          <a:lstStyle/>
          <a:p>
            <a:endParaRPr/>
          </a:p>
          <a:p>
            <a:pPr>
              <a:spcAft>
                <a:spcPts val="1000"/>
              </a:spcAft>
            </a:pPr>
            <a:r>
              <a:t>תחנת אסף הרופא: לראשונה, בית חולים מרכזי יחובר ישירות לרשת המטרו.</a:t>
            </a:r>
          </a:p>
          <a:p>
            <a:pPr>
              <a:spcAft>
                <a:spcPts val="1000"/>
              </a:spcAft>
            </a:pPr>
            <a:r>
              <a:t>תחנת צריפין: תשרת עשרות אלפי תושבים חדשים ואלפי עובדים במתחמי ההייטק המתוכננים.</a:t>
            </a:r>
          </a:p>
          <a:p>
            <a:pPr>
              <a:spcAft>
                <a:spcPts val="1000"/>
              </a:spcAft>
            </a:pPr>
            <a:r>
              <a:t>פוטנציאל כלכלי: הפיכת צריפין למרכז תעסוקה מטרופוליני חדש.</a:t>
            </a:r>
          </a:p>
          <a:p>
            <a:pPr>
              <a:spcAft>
                <a:spcPts val="1000"/>
              </a:spcAft>
            </a:pPr>
            <a:r>
              <a:t>נגישות אזורית: חיבור מהיר לבאר יעקב, רמלה ולוד.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השפעות תכנוניות: תמ"א 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20000"/>
          </a:bodyPr>
          <a:lstStyle/>
          <a:p>
            <a:endParaRPr/>
          </a:p>
          <a:p>
            <a:pPr>
              <a:spcAft>
                <a:spcPts val="1000"/>
              </a:spcAft>
            </a:pPr>
            <a:r>
              <a:t>תמ"א 70 קובעת זכויות בנייה מוגדלות סביב תחנות המטרו.</a:t>
            </a:r>
          </a:p>
          <a:p>
            <a:pPr>
              <a:spcAft>
                <a:spcPts val="1000"/>
              </a:spcAft>
            </a:pPr>
            <a:r>
              <a:t>בנייה לגובה: אישור מגדלי מגורים ותעסוקה ברדיוס של 300-500 מטר מהתחנות.</a:t>
            </a:r>
          </a:p>
          <a:p>
            <a:pPr>
              <a:spcAft>
                <a:spcPts val="1000"/>
              </a:spcAft>
            </a:pPr>
            <a:r>
              <a:t>עירוב שימושים: שילוב של מגורים, מסחר ומשרדים באותו מבנה.</a:t>
            </a:r>
          </a:p>
          <a:p>
            <a:pPr>
              <a:spcAft>
                <a:spcPts val="1000"/>
              </a:spcAft>
            </a:pPr>
            <a:r>
              <a:t>שיפור המרחב הציבורי: שבילי אופניים, הצללה ומרחבי הליכה סביב התחנות.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סיכום: ראשון לציון בעידן המטרו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20000"/>
          </a:bodyPr>
          <a:lstStyle/>
          <a:p>
            <a:endParaRPr/>
          </a:p>
          <a:p>
            <a:pPr>
              <a:spcAft>
                <a:spcPts val="1000"/>
              </a:spcAft>
            </a:pPr>
            <a:r>
              <a:t>8 תחנות יהפכו את ראשון לציון לאחת הערים המקושרות בישראל.</a:t>
            </a:r>
          </a:p>
          <a:p>
            <a:pPr>
              <a:spcAft>
                <a:spcPts val="1000"/>
              </a:spcAft>
            </a:pPr>
            <a:r>
              <a:t>ביטול ה'פריפריה': מרחק של 20 דקות ממרכז תל אביב בכל שעות היממה.</a:t>
            </a:r>
          </a:p>
          <a:p>
            <a:pPr>
              <a:spcAft>
                <a:spcPts val="1000"/>
              </a:spcAft>
            </a:pPr>
            <a:r>
              <a:t>איכות חיים: הפחתה משמעותית בעומסי התנועה ובזיהום האוויר.</a:t>
            </a:r>
          </a:p>
          <a:p>
            <a:pPr>
              <a:spcAft>
                <a:spcPts val="1000"/>
              </a:spcAft>
            </a:pPr>
            <a:r>
              <a:t>צפי: תחילת עבודות מאסיביות בשנים הקרובות והפעלה הדרגתית בעשור הבא.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EDFD5-E095-FBA7-45C9-635CF5349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60636-A278-874C-C6DA-79CA8C243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FFE191-6B50-8E73-EE6A-20D20294E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150" y="0"/>
            <a:ext cx="36957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903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497</Words>
  <Application>Microsoft Macintosh PowerPoint</Application>
  <PresentationFormat>On-screen Show (4:3)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תחנות קו M1 של המטרו בראשון לציון</vt:lpstr>
      <vt:lpstr>סקירת תחנות המטרו בראשון לציון</vt:lpstr>
      <vt:lpstr>זרוע רחובות: מלב העיר ועד למזרח</vt:lpstr>
      <vt:lpstr>תחנת ראשון לציון מרכז: הלב הפועם</vt:lpstr>
      <vt:lpstr>תחנת הראשונים: מרכז תחבורה משולב (HUB)</vt:lpstr>
      <vt:lpstr>זרוע לוד: תעסוקה, בריאות ומגורים חדשים</vt:lpstr>
      <vt:lpstr>מוקדי המזרח: אסף הרופא וצריפין</vt:lpstr>
      <vt:lpstr>השפעות תכנוניות: תמ"א 70</vt:lpstr>
      <vt:lpstr>סיכום: ראשון לציון בעידן המטרו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cp1</cp:lastModifiedBy>
  <cp:revision>3</cp:revision>
  <dcterms:created xsi:type="dcterms:W3CDTF">2013-01-27T09:14:16Z</dcterms:created>
  <dcterms:modified xsi:type="dcterms:W3CDTF">2026-02-02T12:06:49Z</dcterms:modified>
  <cp:category/>
</cp:coreProperties>
</file>